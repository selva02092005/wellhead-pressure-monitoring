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2" r:id="rId4"/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7" r:id="rId14"/>
    <p:sldId id="268" r:id="rId15"/>
    <p:sldId id="269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792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77" y="0"/>
            <a:ext cx="12183208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59"/>
            <a:ext cx="10881360" cy="640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 smtClean="0">
                <a:solidFill>
                  <a:srgbClr val="C981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b="1" kern="0" spc="200" dirty="0" smtClean="0">
                <a:solidFill>
                  <a:srgbClr val="C981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ECRIO INTERNSHIP </a:t>
            </a:r>
            <a:r>
              <a:rPr lang="en-US" b="1" kern="0" spc="200" dirty="0">
                <a:solidFill>
                  <a:srgbClr val="C9812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0927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Wellhead </a:t>
            </a:r>
            <a:r>
              <a:rPr lang="en-US" sz="44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</a:t>
            </a:r>
            <a:endParaRPr lang="en-US" sz="4400" dirty="0" smtClean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Dashboard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41656" y="3749041"/>
            <a:ext cx="102782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live view of tubing, casing and annulus pressure across every well — so nobody has to drive out and read a gauge to find out something's wrong.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E4E1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4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during my Ecrio internship   </a:t>
            </a:r>
            <a:r>
              <a:rPr lang="en-US" sz="1600" dirty="0">
                <a:solidFill>
                  <a:srgbClr val="68728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 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Frontend: React.js + Tailwind CSS   |   Backend: Python + FastAPI</a:t>
            </a: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85650" y="5669280"/>
            <a:ext cx="4289473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2434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24344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Selvamani 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3350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wellhead pressure monitoring needs to change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39112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16736" y="1965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Monitoring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16736" y="225856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wellhead pressure monitoring requires manual gauge readings and frequent field visits, which consume time and involve safety risks.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3044952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209544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16736" y="31363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Real-Time Monitoring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16736" y="342900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centralized dashboard to continuously monitor tubing, casing, and annulus pressures across multiple wells.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4215384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379976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16736" y="43068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Fault Detection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16736" y="459943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pressure conditions, unexpected shut-ins, and sudden pressure changes may not be detected promptly.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5385816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5550408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550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16736" y="54772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Integrity Risks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6736" y="576986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casing pressure and abnormal annulus pressure buildup beyond MAASP can indicate potential well integrity problems.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3912" y="1874520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8504" y="2039112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48856" y="1965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Loss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48856" y="225856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such as blockage, sand-up, and hydrate formation can affect well performance and reduce production.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3044952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3209544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48856" y="31363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Faults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48856" y="342900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Faulty, drifting, or stuck sensors can produce unreliable readings and lead to incorrect alarms.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53912" y="4215384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8504" y="4379976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48856" y="43068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 of Automated Alerts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48856" y="459943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may delay the notification of critical pressure conditions to field operators and well-integrity engineers.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53912" y="5385816"/>
            <a:ext cx="5257800" cy="1252376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8504" y="5550408"/>
            <a:ext cx="384048" cy="38404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5550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848856" y="54772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 Centralized Solution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48856" y="5769864"/>
            <a:ext cx="4389120" cy="86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monitoring dashboard is required to validate sensor data, detect abnormal conditions using rule-based logic, display pressure trends, and generate severity-based alerts for faster and safer decision-making.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21792" y="133502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Wellhead Pressure Monitoring Dashboard answers each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" y="1874520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039112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16736" y="1965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dashboard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16736" y="225856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gauge readings and field visits with one continuously live view — safer, faster, no site drives.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3044952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209544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16736" y="31363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Field-wide live monitoring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16736" y="342900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continuously tracks tubing, casing, and annulus pressure across every well in the stock.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4215384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4379976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16736" y="43068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fault detection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16736" y="459943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acquisition with rule-based logic flags abnormal conditions, shut-ins, and sudden changes the moment they occur.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5385816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5550408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550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16736" y="54772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alarms against MAASP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6736" y="576986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tracks casing pressure and annulus build-up against MAASP, raising integrity alerts before they escalate.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53912" y="1874520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18504" y="2039112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48856" y="1965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production-loss signals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48856" y="225856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and trend analysis surfaces blockage, sand-up, and hydrate-formation patterns before output visibly drops.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3044952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3209544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48856" y="31363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validation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48856" y="342900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checks distinguish faulty, drifting, or stuck sensors from genuine alarms, filtering out unreliable readings.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53912" y="4215384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8504" y="4379976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4379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848856" y="43068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Automated, severity-based alerts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48856" y="459943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route automatically to field operators and well-integrity engineers by severity — no one has to notice first.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53912" y="5385816"/>
            <a:ext cx="5257800" cy="1078992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8504" y="5550408"/>
            <a:ext cx="384048" cy="38404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5550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848856" y="54772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workflow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48856" y="576986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sensor data, applies rule-based detection, visualizes pressure trends, and drives faster, safer decisions — end to end.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879231" y="1652954"/>
            <a:ext cx="10366131" cy="4114800"/>
          </a:xfrm>
          <a:prstGeom prst="rect">
            <a:avLst/>
          </a:prstGeom>
        </p:spPr>
      </p:pic>
      <p:sp>
        <p:nvSpPr>
          <p:cNvPr id="3" name="Text 2"/>
          <p:cNvSpPr/>
          <p:nvPr/>
        </p:nvSpPr>
        <p:spPr>
          <a:xfrm>
            <a:off x="1158123" y="769854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System </a:t>
            </a:r>
            <a:r>
              <a:rPr lang="en-US" sz="3000" b="1" dirty="0" err="1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Archietecture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801082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2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1" y="804672"/>
            <a:ext cx="1094888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Somebody was driving to </a:t>
            </a:r>
            <a:r>
              <a:rPr lang="en-US" sz="30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r>
              <a:rPr lang="en-US" sz="3000" dirty="0"/>
              <a:t> </a:t>
            </a:r>
            <a:r>
              <a:rPr lang="en-US" sz="30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wellhead </a:t>
            </a:r>
            <a:r>
              <a:rPr lang="en-US" sz="30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to read a gauge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1792" y="2331720"/>
            <a:ext cx="3401568" cy="355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658368" cy="65836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icons/mapp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8" y="28097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7472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rounds, real risk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816352" cy="1652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operators were physically driving from well to well to check tubing, casing and annulus pressure — slow, and it puts people on-site more than it needs to.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15968" y="2331720"/>
            <a:ext cx="3401568" cy="355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2651760"/>
            <a:ext cx="658368" cy="65836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deck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584" y="28097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347472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snapshot in time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36970" y="4114799"/>
            <a:ext cx="3117753" cy="1573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happened whenever someone visited. Anything that changed between visits was simply invisible until the next round.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10144" y="2331720"/>
            <a:ext cx="3401568" cy="355912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651760"/>
            <a:ext cx="658368" cy="65836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home/claude/deck/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760" y="280976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347472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risky stuff is silent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02751" y="4114800"/>
            <a:ext cx="2974543" cy="1573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casing pressure and annulus build-up against MAASP — the early warning signs of a leak — don't announce themselves. They just sit there until someone checks.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screen.</a:t>
            </a:r>
            <a:endParaRPr lang="en-US" sz="2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well.</a:t>
            </a:r>
            <a:endParaRPr lang="en-US" sz="2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warning sign.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3931920"/>
            <a:ext cx="3246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5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goal was simple: give operations and integrity engineers one live place to watch pressure across the whole well stock, with alarms that fire on their own when something's actually wrong.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640080"/>
            <a:ext cx="548640" cy="548640"/>
          </a:xfrm>
          <a:prstGeom prst="ellipse">
            <a:avLst/>
          </a:prstGeom>
          <a:solidFill>
            <a:srgbClr val="F3E3C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deck/icons/shield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7635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6360" y="6217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leaks before they're a problem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66360" y="100584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sustained casing pressure and annulus build-up against MAASP — the earliest signal of a containment issue — instead of finding out after the fact.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34840" y="2514600"/>
            <a:ext cx="548640" cy="548640"/>
          </a:xfrm>
          <a:prstGeom prst="ellipse">
            <a:avLst/>
          </a:prstGeom>
          <a:solidFill>
            <a:srgbClr val="F3E3C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deck/icons/trenddow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26380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49631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production loss early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66360" y="288036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on blockage, sand-up and hydrate formation through drawdown patterns, rather than waiting for output to visibly drop.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434840" y="4389120"/>
            <a:ext cx="548640" cy="548640"/>
          </a:xfrm>
          <a:prstGeom prst="ellipse">
            <a:avLst/>
          </a:prstGeom>
          <a:solidFill>
            <a:srgbClr val="F3E3C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/home/claude/deck/icons/ey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284" y="45125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4370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out the gauge walk entirely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166360" y="47548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2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hazardous site-to-site visits with one dashboard anyone on the team can pull up from their desk.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2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MOVES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sensor on the wellhead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reading I can trust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Tubing head, each accessible casing annulus (A / B / C), the flowline and the choke are all read every 1–10 seconds from wellhead RTUs.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" y="242316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87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B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566928" cy="56692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/home/claude/deck/icons/radi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3364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941064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ON SITE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4453128"/>
            <a:ext cx="2018081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transmitters on the tubing head, casing annuli A/B/C, flowline and </a:t>
            </a:r>
            <a:r>
              <a:rPr lang="en-US" sz="12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91256" y="4058107"/>
            <a:ext cx="164592" cy="21946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242316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84448" y="2587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B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584448" y="3200400"/>
            <a:ext cx="566928" cy="56692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/home/claude/deck/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511" y="3336463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4448" y="3941064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RTU PICKS IT UP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84448" y="4453128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1–10 seconds, readings are sampled and published from the wellhead RTU.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52744" y="4058107"/>
            <a:ext cx="164592" cy="21946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4768" y="242316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45936" y="2587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B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345936" y="3200400"/>
            <a:ext cx="566928" cy="56692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999" y="3336463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45936" y="3941064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VALIDATE IT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45936" y="4453128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checks, drift checks, stuck-sensor checks — a bad instrument becomes its own alarm, not a false reading.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714232" y="4058107"/>
            <a:ext cx="164592" cy="21946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906256" y="2423160"/>
            <a:ext cx="25420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107424" y="2587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B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107424" y="3200400"/>
            <a:ext cx="566928" cy="566928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3" descr="/home/claude/deck/icons/ta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3487" y="3336463"/>
            <a:ext cx="294803" cy="29480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07424" y="3941064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TAGGED DATA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107424" y="4453128"/>
            <a:ext cx="21396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is a normalised, well-tagged reading the rule engine and dashboard can actually use.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ALARMS DECIDE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YAML file per well tells </a:t>
            </a: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r>
              <a:rPr lang="en-US" sz="2700" dirty="0"/>
              <a:t> </a:t>
            </a: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</a:t>
            </a: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"normal" looks like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type, which annuli exist, MAASP per annulus, tubing MAOP, the normal operating band, expected shut-in pressure — one register per well drives every rule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237744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9689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deck/icons/arrow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699766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5420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Tubing HI/HIHI · LO/LOLO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154680"/>
            <a:ext cx="29900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threshold alarms, checked against that well's own operating band.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6824" y="237744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59689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/home/claude/deck/icons/alert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2699766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25420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Annulus over MAASP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3154680"/>
            <a:ext cx="31230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accessible annulus — A, B or C — crossing its Maximum Allowable Annulus Surface Pressure.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91856" y="237744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11312" y="259689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/home/claude/deck/icons/rep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182" y="2699766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4816" y="25420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Casing pressure that won't bleed down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11312" y="3154680"/>
            <a:ext cx="29900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I care about most — it's the clearest early sign of a containment problem.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" y="425196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" y="447141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/home/claude/deck/icons/trend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" y="4574286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44165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pressure swings (dP/dt)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1248" y="5029200"/>
            <a:ext cx="29900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sudden rate-of-change spike that usually means a leak or a slug moving through.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06824" y="425196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26280" y="447141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/home/claude/deck/icons/slid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4574286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9784" y="4416552"/>
            <a:ext cx="2386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Build-up rate after bleed-down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26280" y="5029200"/>
            <a:ext cx="29900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what happens right after a bleed-down against what's actually acceptable for that well.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991856" y="4251960"/>
            <a:ext cx="3429000" cy="169164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11312" y="4471416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/home/claude/deck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4182" y="4574286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14816" y="4416552"/>
            <a:ext cx="2386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alarms I caused myself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211312" y="5029200"/>
            <a:ext cx="29900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operator changes the choke on purpose, the resulting alarm gets suppressed instead of paging someone for nothing.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pretty lean, real-time web stack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26999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112264"/>
            <a:ext cx="14241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Wellhead RTUs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807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1–10s sensor reads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26080" y="2592324"/>
            <a:ext cx="219456" cy="164592"/>
          </a:xfrm>
          <a:prstGeom prst="rightArrow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63824" y="1965960"/>
            <a:ext cx="2880360" cy="1417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64992" y="2167128"/>
            <a:ext cx="457200" cy="457200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/home/claude/deck/icons/ser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862" y="226999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41064" y="211226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64992" y="280720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validation · rule engine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62472" y="2592324"/>
            <a:ext cx="219456" cy="164592"/>
          </a:xfrm>
          <a:prstGeom prst="rightArrow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0216" y="196596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01384" y="2167128"/>
            <a:ext cx="457200" cy="45720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254" y="226999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77456" y="21122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register (YAML)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01384" y="2807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MAASP · MAOP · bands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604504" y="2592324"/>
            <a:ext cx="219456" cy="164592"/>
          </a:xfrm>
          <a:prstGeom prst="rightArrow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842248" y="1965960"/>
            <a:ext cx="2606040" cy="1417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43416" y="2167128"/>
            <a:ext cx="457200" cy="457200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3" descr="/home/claude/deck/icons/monito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6286" y="226999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19488" y="2112264"/>
            <a:ext cx="17577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Tailwind UI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043416" y="28072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EB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alarms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21792" y="3794760"/>
            <a:ext cx="5138928" cy="233172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4400" y="4087368"/>
            <a:ext cx="585216" cy="58521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/home/claude/deck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852" y="4227820"/>
            <a:ext cx="304312" cy="304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73352" y="4069080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React.js + Tailwind CSS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914400" y="4846320"/>
            <a:ext cx="4553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colour-coded well tiles, the drill-down trend views, the integrity watch-list — all built as fast, reusable components so adding a new panel doesn't mean starting over.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053328" y="3794760"/>
            <a:ext cx="5138928" cy="233172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345936" y="4087368"/>
            <a:ext cx="585216" cy="585216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5" descr="/home/claude/deck/icons/cpu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388" y="4227820"/>
            <a:ext cx="304312" cy="3043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04888" y="4069080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Python + FastAPI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6345936" y="4846320"/>
            <a:ext cx="455371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ingestion from the RTUs, runs the validation and the YAML-driven rule engine, classifies well-state changes, and routes alarms by severity.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TO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ops and integrity actually see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600200"/>
            <a:ext cx="34015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856232"/>
            <a:ext cx="548640" cy="54864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icon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98790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1912" y="181965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Colour-coded well tiles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2560320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field at a glance — tile colour follows the live alarm state, nothing to dig for.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600200"/>
            <a:ext cx="34015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856232"/>
            <a:ext cx="548640" cy="54864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/home/claude/deck/icons/trend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198790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181965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 trend views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2560320"/>
            <a:ext cx="30773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well </a:t>
            </a:r>
            <a:r>
              <a:rPr lang="en-US" sz="12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straight into its tubing, casing and annulus history.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0144" y="1600200"/>
            <a:ext cx="34015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66176" y="1856232"/>
            <a:ext cx="548640" cy="548640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/home/claude/deck/icons/li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850" y="198790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181965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watch-list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66176" y="2560320"/>
            <a:ext cx="2962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with active or building MAASP / bleed-down risk, sorted by how urgent they are.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PAGED, AND WHEN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" y="4251960"/>
            <a:ext cx="3401568" cy="19659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1792" y="4251960"/>
            <a:ext cx="73152" cy="1965960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2688" y="4471416"/>
            <a:ext cx="475488" cy="475488"/>
          </a:xfrm>
          <a:prstGeom prst="ellipse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deck/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73" y="457840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36192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536192" y="470916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operator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91308" y="5148072"/>
            <a:ext cx="32320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stuff — operating-band excursions, minor drift. Worth a look, not a scramble.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15968" y="4251960"/>
            <a:ext cx="3401568" cy="19659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15968" y="4251960"/>
            <a:ext cx="73152" cy="1965960"/>
          </a:xfrm>
          <a:prstGeom prst="rect">
            <a:avLst/>
          </a:prstGeom>
          <a:solidFill>
            <a:srgbClr val="B54A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626864" y="4471416"/>
            <a:ext cx="475488" cy="475488"/>
          </a:xfrm>
          <a:prstGeom prst="ellipse">
            <a:avLst/>
          </a:prstGeom>
          <a:solidFill>
            <a:srgbClr val="B54A3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/home/claude/deck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849" y="4578401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0368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— INTEGRITY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230368" y="470916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Well-integrity engineer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26864" y="5148072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MAASP breach, sustained casing pressure, a bleed-down that didn't work.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010144" y="4251960"/>
            <a:ext cx="3401568" cy="19659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10144" y="4251960"/>
            <a:ext cx="73152" cy="1965960"/>
          </a:xfrm>
          <a:prstGeom prst="rect">
            <a:avLst/>
          </a:prstGeom>
          <a:solidFill>
            <a:srgbClr val="B54A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21040" y="4471416"/>
            <a:ext cx="475488" cy="475488"/>
          </a:xfrm>
          <a:prstGeom prst="ellipse">
            <a:avLst/>
          </a:prstGeom>
          <a:solidFill>
            <a:srgbClr val="B54A3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5" descr="/home/claude/deck/icons/sire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8025" y="4578401"/>
            <a:ext cx="261518" cy="26151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24544" y="443484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— HSE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8924544" y="4709160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team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8321040" y="5148072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looks like a containment risk — this one can't wait.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2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RUNNING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it is, running in Docker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9198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mockup — it's a screenshot off my own machine, tracking the full well </a:t>
            </a:r>
            <a:r>
              <a:rPr lang="en-US" sz="16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Dashboard.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1773936"/>
            <a:ext cx="7927848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  <a:effectLst>
            <a:outerShdw blurRad="152400" dist="38100" dir="5400000" algn="bl" rotWithShape="0">
              <a:srgbClr val="1E2A3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732520" y="1874520"/>
            <a:ext cx="420624" cy="420624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home/claude/deck/icons/gri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160" y="1969160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2520" y="23500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active wells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732520" y="252374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 overview, one tile per well.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732520" y="3410712"/>
            <a:ext cx="420624" cy="420624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deck/icons/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160" y="3505352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2520" y="3886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14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warnings, </a:t>
            </a:r>
            <a:r>
              <a:rPr lang="en-US" sz="14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732519" y="4233672"/>
            <a:ext cx="3093415" cy="6101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at the moment I took this — the thresholds come straight from the YAML register.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732520" y="4946904"/>
            <a:ext cx="420624" cy="420624"/>
          </a:xfrm>
          <a:prstGeom prst="ellipse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/home/claude/deck/icons/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160" y="5041544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2520" y="542239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sensor feed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732520" y="576986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Tubing, Annulus A/B, flowline and choke, updating per well.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1773935"/>
            <a:ext cx="7927848" cy="4581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100" y="1600200"/>
            <a:ext cx="8962221" cy="448111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626576" y="804672"/>
            <a:ext cx="90536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Wells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69423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71600" y="804672"/>
            <a:ext cx="9308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Alarm Center</a:t>
            </a:r>
            <a:endParaRPr lang="en-US" sz="2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30054"/>
            <a:ext cx="9117623" cy="452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5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71600" y="804672"/>
            <a:ext cx="9308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Integrity </a:t>
            </a:r>
            <a:r>
              <a:rPr lang="en-US" sz="2700" b="1" dirty="0" err="1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Watchlist</a:t>
            </a:r>
            <a:endParaRPr lang="en-US" sz="2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85" y="1554480"/>
            <a:ext cx="9935307" cy="475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37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1371600" y="804672"/>
            <a:ext cx="9308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</a:rPr>
              <a:t>Production</a:t>
            </a:r>
            <a:endParaRPr lang="en-US" sz="27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6238"/>
            <a:ext cx="8950569" cy="43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12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804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driving out to just... checking a screen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2542032" cy="17373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30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04672" y="2926080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automated watching, instead of periodic manual reads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542032" cy="17373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130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1–10s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2926080"/>
            <a:ext cx="2176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sensor tag refreshes across the well stock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1965960"/>
            <a:ext cx="2542032" cy="17373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30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27648" y="2926080"/>
            <a:ext cx="2176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zones tracked per well — tubing, casing, annulus A/B/C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06256" y="1965960"/>
            <a:ext cx="2542032" cy="1737360"/>
          </a:xfrm>
          <a:prstGeom prst="rect">
            <a:avLst/>
          </a:prstGeom>
          <a:solidFill>
            <a:srgbClr val="F6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9136" y="2130552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89136" y="2926080"/>
            <a:ext cx="21762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drives needed just to check a pressure gauge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1" y="4160520"/>
            <a:ext cx="1101922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go to the field operator, integrity alarms go to the integrity engineer, and anything HSE-level goes straight to the safety team — automatically, based on severity, not on who happens to notice first.</a:t>
            </a:r>
            <a:endParaRPr lang="en-US" sz="1600" i="1" dirty="0"/>
          </a:p>
        </p:txBody>
      </p:sp>
      <p:sp>
        <p:nvSpPr>
          <p:cNvPr id="18" name="Shap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81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77295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smtClean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Thanks </a:t>
            </a:r>
            <a:r>
              <a:rPr lang="en-US" sz="4400" b="1" dirty="0">
                <a:solidFill>
                  <a:srgbClr val="243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listening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Happy </a:t>
            </a:r>
            <a:r>
              <a:rPr lang="en-US" sz="16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questions on any part of the build.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</a:t>
            </a:r>
            <a:r>
              <a:rPr lang="en-US" sz="1600" dirty="0" err="1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Ecrio</a:t>
            </a:r>
            <a:r>
              <a:rPr lang="en-US" sz="1600" dirty="0" smtClean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68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 |  React.js + Tailwind CSS  |  Python + FastAPI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1488</Words>
  <Application>Microsoft Office PowerPoint</Application>
  <PresentationFormat>Widescreen</PresentationFormat>
  <Paragraphs>189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Selvamani</cp:lastModifiedBy>
  <cp:revision>14</cp:revision>
  <dcterms:created xsi:type="dcterms:W3CDTF">2026-09-15T03:56:47Z</dcterms:created>
  <dcterms:modified xsi:type="dcterms:W3CDTF">2026-10-11T17:31:02Z</dcterms:modified>
</cp:coreProperties>
</file>